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42A5F-9611-EF57-36A8-4F3C683948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1AB10F-F9A5-F95F-9789-56AF373CE9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2A36E-76C6-5C95-4D37-A90A0B7BA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8C67-C521-C54B-A71A-905CAE98215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A1E7C-16DE-183E-B3F6-2224B633D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BF5E1-57B3-0D26-75B9-69A92E195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D5A69-D2CF-E54A-90AA-A60F7FE55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416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3607E-8723-FFEF-301B-616DCFF9B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C82B5-54A4-7FEE-F3CC-972BAB540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B71DF-874E-082B-BCE7-2D338664A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8C67-C521-C54B-A71A-905CAE98215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749C5-077F-8FBE-3DA3-66FE4B09E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915AF-E067-06D3-D118-9646C6FD0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D5A69-D2CF-E54A-90AA-A60F7FE55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20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BD7E3-6560-75C2-48E2-9BF973D0C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4CC0B-CAFF-63A3-803D-4752F440D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D664F-9361-19A3-C24E-A9B38768E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8C67-C521-C54B-A71A-905CAE98215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0B771-C215-FF34-AE02-44C480313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1C8F8-A7DF-EA29-6177-2386B595E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D5A69-D2CF-E54A-90AA-A60F7FE55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33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1F72A-D6EA-EA8D-8174-DBD98F1DD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65B96-BE4C-6A21-5322-A445CA76F1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6130D7-7C2B-73CD-AD32-5A245CF5C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EC8437-B522-3B36-5927-1DDA28DF3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8C67-C521-C54B-A71A-905CAE98215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1057C-C371-4380-1887-6B0C6AC6E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F5664-2177-60CE-1D6B-208CF4950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D5A69-D2CF-E54A-90AA-A60F7FE55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79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80E44-EFDD-E6AD-623A-9BD5449B7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40170-F506-50E1-4E89-0D3AB6EC8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C7E99-332A-630C-3DAB-CD0E59FD12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DA4EE6-19E2-A8FE-D6A6-17AABB8282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3557B-F002-D878-ABE2-82E0B8B583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D3B8F4-1B5D-8DC3-C1E7-FE3B45A38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8C67-C521-C54B-A71A-905CAE98215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5108F1-5E60-AE7F-F673-525227B24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B3E7D0-3B59-E5AE-5CBD-E7E090C92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D5A69-D2CF-E54A-90AA-A60F7FE55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835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AFEA3-2944-DABE-5DF1-A1EF674D7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526A6A-2557-F0B1-7662-D1BBE9D32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8C67-C521-C54B-A71A-905CAE98215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11929-0A30-FFB5-A276-ADE2D319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328FD8-6EC1-CCB2-53C2-0B2410F3C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D5A69-D2CF-E54A-90AA-A60F7FE55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957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8E58F2-504F-E77F-D30B-EE9ECB516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8C67-C521-C54B-A71A-905CAE98215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65F723-6416-E548-AE10-7AFCFF243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E3CF8-75AC-1EBD-CA51-71768931C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D5A69-D2CF-E54A-90AA-A60F7FE55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158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4067D-0940-C8F7-7AEC-BABAB719A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9DFE6-381E-F4B5-D97A-0497D7ED8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D02F-4BE6-328D-797C-1AA066FBF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97120-04FF-79B4-560F-8503D083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8C67-C521-C54B-A71A-905CAE98215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B8183F-6C0E-620A-D7CD-97A3169D6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F5994-BF6B-8F83-3EA4-5C0C81FE6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D5A69-D2CF-E54A-90AA-A60F7FE55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31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CE412-2527-18C6-9DE1-58903CF4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13BF4C-00E5-C038-D50D-6C10B825BA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2DBA0-5962-7E97-A62F-840BDD87E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B79C4-C107-2AC6-E0BB-CD57C906B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8C67-C521-C54B-A71A-905CAE98215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D96CC-65D7-2C60-5CF0-46122AE9B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197C7-7B58-825D-6321-1D825C407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D5A69-D2CF-E54A-90AA-A60F7FE55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19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37E7-4F4C-4035-7508-A8E2CCE66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B8EDFD-574D-32DD-B488-5CB872020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0EF98-8405-C6B9-892D-6A3D1EAB1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8C67-C521-C54B-A71A-905CAE98215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A7AE3-B185-6490-5C4C-96F69C500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BDB41-B404-23F3-5321-7F1682D7B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D5A69-D2CF-E54A-90AA-A60F7FE55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564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B2647F-5951-7877-6CB6-C25EB5DA9E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AD7469-8AFE-13A1-6773-7E1153F5E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FDD9C-8726-FC78-1580-7DAD25DB1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8C67-C521-C54B-A71A-905CAE98215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A9530-519E-8881-6DF7-77DC608F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26750-2CA3-2D65-4B5D-A992F8ECA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D5A69-D2CF-E54A-90AA-A60F7FE55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081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B0087C-2C77-5627-0CB2-0DCCC9CE5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86C6E-95ED-EE7A-26C9-809DCD5FE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7146B-1060-8943-C782-1E4D50E1DF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BA8C67-C521-C54B-A71A-905CAE98215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52F84-5E2A-F905-390A-E9641DBB4A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458BA-8090-67D9-9CDE-A7E999BC7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6D5A69-D2CF-E54A-90AA-A60F7FE55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91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9F79630B-0F0B-446E-A637-38FA8F61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028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C6F529-D82B-0591-F89D-2034347E6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288" y="720811"/>
            <a:ext cx="3595678" cy="1330839"/>
          </a:xfrm>
        </p:spPr>
        <p:txBody>
          <a:bodyPr>
            <a:normAutofit/>
          </a:bodyPr>
          <a:lstStyle/>
          <a:p>
            <a:r>
              <a:rPr lang="en-US" dirty="0">
                <a:latin typeface="Aptos Narrow" panose="020B0004020202020204" pitchFamily="34" charset="0"/>
              </a:rPr>
              <a:t>Word Explorer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B7E23-0222-FE03-CCD8-D29DBFF70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066" y="2194102"/>
            <a:ext cx="4831492" cy="440440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Explore new vocabulary terms with mini games to level up your communication skills!</a:t>
            </a:r>
          </a:p>
          <a:p>
            <a:r>
              <a:rPr 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Created by: Laeyla Nelson</a:t>
            </a:r>
          </a:p>
        </p:txBody>
      </p:sp>
      <p:pic>
        <p:nvPicPr>
          <p:cNvPr id="1026" name="Picture 2" descr="17 Best Vocabulary Games to Play in the Classroom and At Home">
            <a:extLst>
              <a:ext uri="{FF2B5EF4-FFF2-40B4-BE49-F238E27FC236}">
                <a16:creationId xmlns:a16="http://schemas.microsoft.com/office/drawing/2014/main" id="{5058039F-66CF-C066-5410-AF6837764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06" b="1"/>
          <a:stretch>
            <a:fillRect/>
          </a:stretch>
        </p:blipFill>
        <p:spPr bwMode="auto">
          <a:xfrm>
            <a:off x="4948188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rame 10">
            <a:extLst>
              <a:ext uri="{FF2B5EF4-FFF2-40B4-BE49-F238E27FC236}">
                <a16:creationId xmlns:a16="http://schemas.microsoft.com/office/drawing/2014/main" id="{08A3B600-FFD4-C114-FFC3-1ABB14FB79FD}"/>
              </a:ext>
            </a:extLst>
          </p:cNvPr>
          <p:cNvSpPr/>
          <p:nvPr/>
        </p:nvSpPr>
        <p:spPr>
          <a:xfrm>
            <a:off x="437960" y="720809"/>
            <a:ext cx="4072269" cy="1229148"/>
          </a:xfrm>
          <a:prstGeom prst="fram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0172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21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Angsana New</vt:lpstr>
      <vt:lpstr>Aptos</vt:lpstr>
      <vt:lpstr>Aptos Display</vt:lpstr>
      <vt:lpstr>Aptos Narrow</vt:lpstr>
      <vt:lpstr>Arial</vt:lpstr>
      <vt:lpstr>Office Theme</vt:lpstr>
      <vt:lpstr>Word Explorer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Laeyla Nelson</dc:creator>
  <cp:lastModifiedBy>Laeyla Nelson</cp:lastModifiedBy>
  <cp:revision>1</cp:revision>
  <dcterms:created xsi:type="dcterms:W3CDTF">2025-11-28T14:24:43Z</dcterms:created>
  <dcterms:modified xsi:type="dcterms:W3CDTF">2025-11-28T14:42:35Z</dcterms:modified>
</cp:coreProperties>
</file>